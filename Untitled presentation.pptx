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72b17440918623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72b17440918623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title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8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text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bullet points!</a:t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37325" y="-37325"/>
            <a:ext cx="2071386" cy="572724"/>
          </a:xfrm>
          <a:prstGeom prst="irregularSeal1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UNEDITED!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